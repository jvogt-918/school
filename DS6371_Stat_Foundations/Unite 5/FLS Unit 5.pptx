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6" autoAdjust="0"/>
    <p:restoredTop sz="94660"/>
  </p:normalViewPr>
  <p:slideViewPr>
    <p:cSldViewPr snapToGrid="0">
      <p:cViewPr varScale="1">
        <p:scale>
          <a:sx n="81" d="100"/>
          <a:sy n="81" d="100"/>
        </p:scale>
        <p:origin x="114" y="1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547FE-6220-1109-AE47-464E315259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4E3E51-A6F0-5266-3966-2AF430A7A8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7C957A-17A6-FC60-7C5B-D70EC0DFBF89}"/>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18AF94E2-A83F-CC7B-46ED-92FD656D37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42DE2E-DC8D-F1DF-6A20-1E6189D4BE8E}"/>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64543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A2AD-8B80-ABAE-3943-6BC50999E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9FF4F1-F99B-76E7-0128-D62F773D7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18EF55-F1BC-2634-5969-C99252011FBE}"/>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B2E6FABB-A520-15DC-897B-861046043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40B2D9-7D3A-0BDC-6D88-101378353C3C}"/>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08054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6D49-061A-3DCE-1938-15B1CB6E4D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EA0341-9C87-EFB1-6AD8-6ECB787C68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1D09BC-8A79-80EA-9147-E45B123D9238}"/>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8D57FCB4-8C80-9BB5-0AFC-CCDBBF07B0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5CFFF-75C4-30E0-9D7C-BC39EB25AD60}"/>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16828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FDA6-F48A-A468-B2C7-BB51F58AF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0C12B-3A87-CC64-F736-F3EC35A596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2405AE-73CE-7E6E-1859-C2F7822DF4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48B541-380F-B722-74B3-33D0D1D40D5C}"/>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6" name="Footer Placeholder 5">
            <a:extLst>
              <a:ext uri="{FF2B5EF4-FFF2-40B4-BE49-F238E27FC236}">
                <a16:creationId xmlns:a16="http://schemas.microsoft.com/office/drawing/2014/main" id="{AF8860E2-8B9F-37AB-70B3-83F2238E3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D0156-704F-4DB9-C2E2-7F32CF994DB6}"/>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2638176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09E00-1C34-726A-C28A-1B92247861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E014A5-3F9F-4D71-DE04-8A7377BED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ABDD1D-A56B-58A0-F995-6F67E22B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4642C8-0E30-505F-6CC1-CB17BBB8CB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0B0A8-D1DD-4E3D-2BAE-8378BE103E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9988CE-D592-E1B9-A55A-F07F8775A7F5}"/>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8" name="Footer Placeholder 7">
            <a:extLst>
              <a:ext uri="{FF2B5EF4-FFF2-40B4-BE49-F238E27FC236}">
                <a16:creationId xmlns:a16="http://schemas.microsoft.com/office/drawing/2014/main" id="{A14992F3-F4C7-22E6-CF59-0DC0FCB794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07DC1E-5EF1-24CF-00C4-A7DA355C0D0D}"/>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45513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D1C61-ACC0-BBD6-5D8D-7DE4BA5076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EA6B98-C085-2842-7706-8BA2E3678F46}"/>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4" name="Footer Placeholder 3">
            <a:extLst>
              <a:ext uri="{FF2B5EF4-FFF2-40B4-BE49-F238E27FC236}">
                <a16:creationId xmlns:a16="http://schemas.microsoft.com/office/drawing/2014/main" id="{188DEB41-E778-43FF-797D-0F8794A89FA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F82053-1DC3-1AAE-A0E7-5208865E1841}"/>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64123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5BC98-BB7B-FB6E-89CD-E28977636BBD}"/>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3" name="Footer Placeholder 2">
            <a:extLst>
              <a:ext uri="{FF2B5EF4-FFF2-40B4-BE49-F238E27FC236}">
                <a16:creationId xmlns:a16="http://schemas.microsoft.com/office/drawing/2014/main" id="{96D2057F-1312-666C-58E1-7698B4E197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5DF585-5E00-2D17-02C5-12D34B3EDDE0}"/>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42134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3478-7B70-C286-F182-ED418A5676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39B479-87E0-3079-185D-C3CDDB9AF2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F4E47-FDF7-5FAC-1765-AA5652F4A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15F53-3774-BE72-13F6-72EE6BCEAF8C}"/>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6" name="Footer Placeholder 5">
            <a:extLst>
              <a:ext uri="{FF2B5EF4-FFF2-40B4-BE49-F238E27FC236}">
                <a16:creationId xmlns:a16="http://schemas.microsoft.com/office/drawing/2014/main" id="{29F5EA67-19B3-97B4-C9E1-9294402B51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BC1E81-5EF5-E11F-2080-D4867F81D878}"/>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522340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4BCF-8077-A9A4-149E-1E63B761FC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FB917E-5547-8420-AC29-D493026173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ED3355-6D8D-4F9C-6833-83C12CC73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F4C5E-BF61-C997-F723-57C693729D5D}"/>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6" name="Footer Placeholder 5">
            <a:extLst>
              <a:ext uri="{FF2B5EF4-FFF2-40B4-BE49-F238E27FC236}">
                <a16:creationId xmlns:a16="http://schemas.microsoft.com/office/drawing/2014/main" id="{E1CDA754-A9E2-7E1F-32C0-D947373DF0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4BAB36-C3B6-4A76-FB5D-74BFB9D16BF5}"/>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3713763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5F06A-848A-0641-CADA-15DF7E270F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8DC059-0708-335E-0853-FF68E6583F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1F66F5-69F9-AB53-05F3-99D09E9F9647}"/>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7E3F8BCD-499B-AA55-C439-2231E3D94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0658F8-66E4-27D0-E107-2D93EEDC1FDA}"/>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90675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28BD77-A772-0B52-8E15-65A6788D1D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A07937-42AA-895A-ED87-15E5E94700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135003-7D5D-9E89-25D1-86D83C29CF76}"/>
              </a:ext>
            </a:extLst>
          </p:cNvPr>
          <p:cNvSpPr>
            <a:spLocks noGrp="1"/>
          </p:cNvSpPr>
          <p:nvPr>
            <p:ph type="dt" sz="half" idx="10"/>
          </p:nvPr>
        </p:nvSpPr>
        <p:spPr/>
        <p:txBody>
          <a:body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B96EF80F-DA56-914A-E89B-01D7204927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B2957-36A0-89AF-6BFC-77F593F367E3}"/>
              </a:ext>
            </a:extLst>
          </p:cNvPr>
          <p:cNvSpPr>
            <a:spLocks noGrp="1"/>
          </p:cNvSpPr>
          <p:nvPr>
            <p:ph type="sldNum" sz="quarter" idx="12"/>
          </p:nvPr>
        </p:nvSpPr>
        <p:spPr/>
        <p:txBody>
          <a:bodyPr/>
          <a:lstStyle/>
          <a:p>
            <a:fld id="{0CC79DD2-0061-48ED-ADBA-0E13756B31C5}" type="slidenum">
              <a:rPr lang="en-US" smtClean="0"/>
              <a:t>‹#›</a:t>
            </a:fld>
            <a:endParaRPr lang="en-US"/>
          </a:p>
        </p:txBody>
      </p:sp>
    </p:spTree>
    <p:extLst>
      <p:ext uri="{BB962C8B-B14F-4D97-AF65-F5344CB8AC3E}">
        <p14:creationId xmlns:p14="http://schemas.microsoft.com/office/powerpoint/2010/main" val="1303624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1043FD-6F63-C3DC-62CA-9B18690A31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8A71D3-EB46-4951-93A0-2DC79F565F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E2647-9CED-2E48-E368-A0FFC23366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9CABB4-FDFD-4A66-8DA3-F5D205363C3F}" type="datetimeFigureOut">
              <a:rPr lang="en-US" smtClean="0"/>
              <a:t>5/28/2025</a:t>
            </a:fld>
            <a:endParaRPr lang="en-US"/>
          </a:p>
        </p:txBody>
      </p:sp>
      <p:sp>
        <p:nvSpPr>
          <p:cNvPr id="5" name="Footer Placeholder 4">
            <a:extLst>
              <a:ext uri="{FF2B5EF4-FFF2-40B4-BE49-F238E27FC236}">
                <a16:creationId xmlns:a16="http://schemas.microsoft.com/office/drawing/2014/main" id="{974A7D68-9776-A48D-1273-1F04233EC8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5A818B-FE8D-DF33-9B2A-2AF4BA398F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C79DD2-0061-48ED-ADBA-0E13756B31C5}" type="slidenum">
              <a:rPr lang="en-US" smtClean="0"/>
              <a:t>‹#›</a:t>
            </a:fld>
            <a:endParaRPr lang="en-US"/>
          </a:p>
        </p:txBody>
      </p:sp>
    </p:spTree>
    <p:extLst>
      <p:ext uri="{BB962C8B-B14F-4D97-AF65-F5344CB8AC3E}">
        <p14:creationId xmlns:p14="http://schemas.microsoft.com/office/powerpoint/2010/main" val="2091019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85154-36D8-A4CD-6B6D-78E7F69B199B}"/>
              </a:ext>
            </a:extLst>
          </p:cNvPr>
          <p:cNvSpPr>
            <a:spLocks noGrp="1"/>
          </p:cNvSpPr>
          <p:nvPr>
            <p:ph type="ctrTitle"/>
          </p:nvPr>
        </p:nvSpPr>
        <p:spPr/>
        <p:txBody>
          <a:bodyPr/>
          <a:lstStyle/>
          <a:p>
            <a:r>
              <a:rPr lang="en-US" dirty="0"/>
              <a:t>FLS Unit 5</a:t>
            </a:r>
          </a:p>
        </p:txBody>
      </p:sp>
      <p:sp>
        <p:nvSpPr>
          <p:cNvPr id="3" name="Subtitle 2">
            <a:extLst>
              <a:ext uri="{FF2B5EF4-FFF2-40B4-BE49-F238E27FC236}">
                <a16:creationId xmlns:a16="http://schemas.microsoft.com/office/drawing/2014/main" id="{5273AA4F-3821-D0BD-3539-54E89A8DCDF2}"/>
              </a:ext>
            </a:extLst>
          </p:cNvPr>
          <p:cNvSpPr>
            <a:spLocks noGrp="1"/>
          </p:cNvSpPr>
          <p:nvPr>
            <p:ph type="subTitle" idx="1"/>
          </p:nvPr>
        </p:nvSpPr>
        <p:spPr/>
        <p:txBody>
          <a:bodyPr/>
          <a:lstStyle/>
          <a:p>
            <a:r>
              <a:rPr lang="en-US" dirty="0"/>
              <a:t>Johnny Vogt</a:t>
            </a:r>
          </a:p>
          <a:p>
            <a:endParaRPr lang="en-US" dirty="0"/>
          </a:p>
        </p:txBody>
      </p:sp>
    </p:spTree>
    <p:extLst>
      <p:ext uri="{BB962C8B-B14F-4D97-AF65-F5344CB8AC3E}">
        <p14:creationId xmlns:p14="http://schemas.microsoft.com/office/powerpoint/2010/main" val="1631065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F3F2A-C3E4-E9E3-628C-7F9E18CB8188}"/>
              </a:ext>
            </a:extLst>
          </p:cNvPr>
          <p:cNvSpPr>
            <a:spLocks noGrp="1"/>
          </p:cNvSpPr>
          <p:nvPr>
            <p:ph type="title"/>
          </p:nvPr>
        </p:nvSpPr>
        <p:spPr/>
        <p:txBody>
          <a:bodyPr/>
          <a:lstStyle/>
          <a:p>
            <a:r>
              <a:rPr lang="en-US" dirty="0"/>
              <a:t>Quick Questions!!!!</a:t>
            </a:r>
          </a:p>
        </p:txBody>
      </p:sp>
      <p:sp>
        <p:nvSpPr>
          <p:cNvPr id="3" name="Content Placeholder 2">
            <a:extLst>
              <a:ext uri="{FF2B5EF4-FFF2-40B4-BE49-F238E27FC236}">
                <a16:creationId xmlns:a16="http://schemas.microsoft.com/office/drawing/2014/main" id="{5C099E18-D664-BE61-ED52-E91C8FF49337}"/>
              </a:ext>
            </a:extLst>
          </p:cNvPr>
          <p:cNvSpPr>
            <a:spLocks noGrp="1"/>
          </p:cNvSpPr>
          <p:nvPr>
            <p:ph idx="1"/>
          </p:nvPr>
        </p:nvSpPr>
        <p:spPr/>
        <p:txBody>
          <a:bodyPr/>
          <a:lstStyle/>
          <a:p>
            <a:pPr marL="514350" indent="-514350">
              <a:buAutoNum type="arabicPeriod"/>
            </a:pPr>
            <a:r>
              <a:rPr lang="en-US" dirty="0"/>
              <a:t>C.</a:t>
            </a:r>
          </a:p>
          <a:p>
            <a:pPr marL="0" indent="0">
              <a:buNone/>
            </a:pPr>
            <a:r>
              <a:rPr lang="en-US" dirty="0"/>
              <a:t>2.  C, again. The just because the </a:t>
            </a:r>
            <a:r>
              <a:rPr lang="en-US" dirty="0" err="1"/>
              <a:t>pvalues</a:t>
            </a:r>
            <a:r>
              <a:rPr lang="en-US" dirty="0"/>
              <a:t> fell on opposite side of .05, doesn’t mean the approximation is wrong. It just means that its really close to the significance value and that we are in danger of making either Type of error.</a:t>
            </a:r>
          </a:p>
        </p:txBody>
      </p:sp>
    </p:spTree>
    <p:extLst>
      <p:ext uri="{BB962C8B-B14F-4D97-AF65-F5344CB8AC3E}">
        <p14:creationId xmlns:p14="http://schemas.microsoft.com/office/powerpoint/2010/main" val="2954620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2C5A9-7CF5-D577-88E7-B5A9912A111F}"/>
              </a:ext>
            </a:extLst>
          </p:cNvPr>
          <p:cNvSpPr>
            <a:spLocks noGrp="1"/>
          </p:cNvSpPr>
          <p:nvPr>
            <p:ph type="title"/>
          </p:nvPr>
        </p:nvSpPr>
        <p:spPr/>
        <p:txBody>
          <a:bodyPr/>
          <a:lstStyle/>
          <a:p>
            <a:r>
              <a:rPr lang="en-US" dirty="0"/>
              <a:t>Question 2 SAS </a:t>
            </a:r>
          </a:p>
        </p:txBody>
      </p:sp>
      <p:pic>
        <p:nvPicPr>
          <p:cNvPr id="5" name="Content Placeholder 4">
            <a:extLst>
              <a:ext uri="{FF2B5EF4-FFF2-40B4-BE49-F238E27FC236}">
                <a16:creationId xmlns:a16="http://schemas.microsoft.com/office/drawing/2014/main" id="{880A6FE3-196C-6A3D-2A5C-8178C774A3D8}"/>
              </a:ext>
            </a:extLst>
          </p:cNvPr>
          <p:cNvPicPr>
            <a:picLocks noGrp="1" noChangeAspect="1"/>
          </p:cNvPicPr>
          <p:nvPr>
            <p:ph idx="1"/>
          </p:nvPr>
        </p:nvPicPr>
        <p:blipFill>
          <a:blip r:embed="rId2"/>
          <a:stretch>
            <a:fillRect/>
          </a:stretch>
        </p:blipFill>
        <p:spPr>
          <a:xfrm>
            <a:off x="838200" y="1690688"/>
            <a:ext cx="3167640" cy="4351338"/>
          </a:xfrm>
        </p:spPr>
      </p:pic>
      <p:pic>
        <p:nvPicPr>
          <p:cNvPr id="7" name="Picture 6">
            <a:extLst>
              <a:ext uri="{FF2B5EF4-FFF2-40B4-BE49-F238E27FC236}">
                <a16:creationId xmlns:a16="http://schemas.microsoft.com/office/drawing/2014/main" id="{02573A4C-045A-6504-67F8-ABCC2542EB73}"/>
              </a:ext>
            </a:extLst>
          </p:cNvPr>
          <p:cNvPicPr>
            <a:picLocks noChangeAspect="1"/>
          </p:cNvPicPr>
          <p:nvPr/>
        </p:nvPicPr>
        <p:blipFill>
          <a:blip r:embed="rId3"/>
          <a:stretch>
            <a:fillRect/>
          </a:stretch>
        </p:blipFill>
        <p:spPr>
          <a:xfrm>
            <a:off x="4264846" y="1487179"/>
            <a:ext cx="5191850" cy="2753109"/>
          </a:xfrm>
          <a:prstGeom prst="rect">
            <a:avLst/>
          </a:prstGeom>
        </p:spPr>
      </p:pic>
    </p:spTree>
    <p:extLst>
      <p:ext uri="{BB962C8B-B14F-4D97-AF65-F5344CB8AC3E}">
        <p14:creationId xmlns:p14="http://schemas.microsoft.com/office/powerpoint/2010/main" val="3286367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C9BEE-DE5C-3713-BE51-B1062799AF09}"/>
              </a:ext>
            </a:extLst>
          </p:cNvPr>
          <p:cNvSpPr>
            <a:spLocks noGrp="1"/>
          </p:cNvSpPr>
          <p:nvPr>
            <p:ph type="title"/>
          </p:nvPr>
        </p:nvSpPr>
        <p:spPr/>
        <p:txBody>
          <a:bodyPr/>
          <a:lstStyle/>
          <a:p>
            <a:r>
              <a:rPr lang="en-US" dirty="0"/>
              <a:t>SAS Analysis</a:t>
            </a:r>
          </a:p>
        </p:txBody>
      </p:sp>
      <p:sp>
        <p:nvSpPr>
          <p:cNvPr id="3" name="Content Placeholder 2">
            <a:extLst>
              <a:ext uri="{FF2B5EF4-FFF2-40B4-BE49-F238E27FC236}">
                <a16:creationId xmlns:a16="http://schemas.microsoft.com/office/drawing/2014/main" id="{073D7312-85B8-222C-0947-E448D8BD505C}"/>
              </a:ext>
            </a:extLst>
          </p:cNvPr>
          <p:cNvSpPr>
            <a:spLocks noGrp="1"/>
          </p:cNvSpPr>
          <p:nvPr>
            <p:ph idx="1"/>
          </p:nvPr>
        </p:nvSpPr>
        <p:spPr>
          <a:xfrm>
            <a:off x="838200" y="1825625"/>
            <a:ext cx="6443749" cy="4351338"/>
          </a:xfrm>
        </p:spPr>
        <p:txBody>
          <a:bodyPr>
            <a:normAutofit lnSpcReduction="10000"/>
          </a:bodyPr>
          <a:lstStyle/>
          <a:p>
            <a:r>
              <a:rPr lang="en-US" dirty="0"/>
              <a:t>H0: Median of tree saplings in logged areas = Median of tree saplings unlogged areas</a:t>
            </a:r>
          </a:p>
          <a:p>
            <a:r>
              <a:rPr lang="en-US" dirty="0"/>
              <a:t>Ha: Median of tree saplings in logged areas != Median of tree saplings unlogged areas</a:t>
            </a:r>
          </a:p>
          <a:p>
            <a:r>
              <a:rPr lang="en-US" dirty="0"/>
              <a:t>There is sufficient evidence at the alpha level at .05 and a P-Value at .0058 to suggest that the amount of tree saplings in the unlogged areas are less than the logged counterparts. </a:t>
            </a:r>
          </a:p>
        </p:txBody>
      </p:sp>
      <p:pic>
        <p:nvPicPr>
          <p:cNvPr id="5" name="Picture 4">
            <a:extLst>
              <a:ext uri="{FF2B5EF4-FFF2-40B4-BE49-F238E27FC236}">
                <a16:creationId xmlns:a16="http://schemas.microsoft.com/office/drawing/2014/main" id="{B26B1513-DA11-5719-30C3-C691A258A0BD}"/>
              </a:ext>
            </a:extLst>
          </p:cNvPr>
          <p:cNvPicPr>
            <a:picLocks noChangeAspect="1"/>
          </p:cNvPicPr>
          <p:nvPr/>
        </p:nvPicPr>
        <p:blipFill>
          <a:blip r:embed="rId2"/>
          <a:stretch>
            <a:fillRect/>
          </a:stretch>
        </p:blipFill>
        <p:spPr>
          <a:xfrm>
            <a:off x="6775290" y="1690688"/>
            <a:ext cx="5191850" cy="2753109"/>
          </a:xfrm>
          <a:prstGeom prst="rect">
            <a:avLst/>
          </a:prstGeom>
        </p:spPr>
      </p:pic>
    </p:spTree>
    <p:extLst>
      <p:ext uri="{BB962C8B-B14F-4D97-AF65-F5344CB8AC3E}">
        <p14:creationId xmlns:p14="http://schemas.microsoft.com/office/powerpoint/2010/main" val="4158585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5BC5-7068-AD9F-E666-2C797EC485C8}"/>
              </a:ext>
            </a:extLst>
          </p:cNvPr>
          <p:cNvSpPr>
            <a:spLocks noGrp="1"/>
          </p:cNvSpPr>
          <p:nvPr>
            <p:ph type="title"/>
          </p:nvPr>
        </p:nvSpPr>
        <p:spPr/>
        <p:txBody>
          <a:bodyPr/>
          <a:lstStyle/>
          <a:p>
            <a:r>
              <a:rPr lang="en-US" dirty="0"/>
              <a:t>Question 2 R Test</a:t>
            </a:r>
          </a:p>
        </p:txBody>
      </p:sp>
      <p:pic>
        <p:nvPicPr>
          <p:cNvPr id="5" name="Picture 4">
            <a:extLst>
              <a:ext uri="{FF2B5EF4-FFF2-40B4-BE49-F238E27FC236}">
                <a16:creationId xmlns:a16="http://schemas.microsoft.com/office/drawing/2014/main" id="{EE39B947-88B2-1F8A-DC22-51F3282CDAEC}"/>
              </a:ext>
            </a:extLst>
          </p:cNvPr>
          <p:cNvPicPr>
            <a:picLocks noChangeAspect="1"/>
          </p:cNvPicPr>
          <p:nvPr/>
        </p:nvPicPr>
        <p:blipFill>
          <a:blip r:embed="rId2"/>
          <a:stretch>
            <a:fillRect/>
          </a:stretch>
        </p:blipFill>
        <p:spPr>
          <a:xfrm>
            <a:off x="683144" y="1690688"/>
            <a:ext cx="5268060" cy="3096057"/>
          </a:xfrm>
          <a:prstGeom prst="rect">
            <a:avLst/>
          </a:prstGeom>
        </p:spPr>
      </p:pic>
    </p:spTree>
    <p:extLst>
      <p:ext uri="{BB962C8B-B14F-4D97-AF65-F5344CB8AC3E}">
        <p14:creationId xmlns:p14="http://schemas.microsoft.com/office/powerpoint/2010/main" val="3334036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EFE3-8BA3-0149-D94F-D48EF029818A}"/>
              </a:ext>
            </a:extLst>
          </p:cNvPr>
          <p:cNvSpPr>
            <a:spLocks noGrp="1"/>
          </p:cNvSpPr>
          <p:nvPr>
            <p:ph type="title"/>
          </p:nvPr>
        </p:nvSpPr>
        <p:spPr/>
        <p:txBody>
          <a:bodyPr/>
          <a:lstStyle/>
          <a:p>
            <a:r>
              <a:rPr lang="en-US" dirty="0"/>
              <a:t>Takeaways	</a:t>
            </a:r>
          </a:p>
        </p:txBody>
      </p:sp>
      <p:sp>
        <p:nvSpPr>
          <p:cNvPr id="3" name="Content Placeholder 2">
            <a:extLst>
              <a:ext uri="{FF2B5EF4-FFF2-40B4-BE49-F238E27FC236}">
                <a16:creationId xmlns:a16="http://schemas.microsoft.com/office/drawing/2014/main" id="{D0A523F6-EBAF-CCD7-DC04-91981D3736AF}"/>
              </a:ext>
            </a:extLst>
          </p:cNvPr>
          <p:cNvSpPr>
            <a:spLocks noGrp="1"/>
          </p:cNvSpPr>
          <p:nvPr>
            <p:ph idx="1"/>
          </p:nvPr>
        </p:nvSpPr>
        <p:spPr/>
        <p:txBody>
          <a:bodyPr/>
          <a:lstStyle/>
          <a:p>
            <a:r>
              <a:rPr lang="en-US" dirty="0"/>
              <a:t>Definitely need to </a:t>
            </a:r>
            <a:r>
              <a:rPr lang="en-US" dirty="0" err="1"/>
              <a:t>spen</a:t>
            </a:r>
            <a:r>
              <a:rPr lang="en-US" dirty="0"/>
              <a:t> </a:t>
            </a:r>
            <a:r>
              <a:rPr lang="en-US" dirty="0" err="1"/>
              <a:t>dmore</a:t>
            </a:r>
            <a:r>
              <a:rPr lang="en-US" dirty="0"/>
              <a:t> time on </a:t>
            </a:r>
            <a:r>
              <a:rPr lang="en-US" dirty="0" err="1"/>
              <a:t>th</a:t>
            </a:r>
            <a:r>
              <a:rPr lang="en-US" dirty="0"/>
              <a:t> </a:t>
            </a:r>
            <a:r>
              <a:rPr lang="en-US" dirty="0" err="1"/>
              <a:t>edifference</a:t>
            </a:r>
            <a:r>
              <a:rPr lang="en-US" dirty="0"/>
              <a:t> of each test and why we run each on</a:t>
            </a:r>
          </a:p>
        </p:txBody>
      </p:sp>
    </p:spTree>
    <p:extLst>
      <p:ext uri="{BB962C8B-B14F-4D97-AF65-F5344CB8AC3E}">
        <p14:creationId xmlns:p14="http://schemas.microsoft.com/office/powerpoint/2010/main" val="3502789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157</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FLS Unit 5</vt:lpstr>
      <vt:lpstr>Quick Questions!!!!</vt:lpstr>
      <vt:lpstr>Question 2 SAS </vt:lpstr>
      <vt:lpstr>SAS Analysis</vt:lpstr>
      <vt:lpstr>Question 2 R Test</vt:lpstr>
      <vt:lpstr>Takeaways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Vogt, Johnny</dc:creator>
  <cp:lastModifiedBy>Vogt, Johnny</cp:lastModifiedBy>
  <cp:revision>1</cp:revision>
  <dcterms:created xsi:type="dcterms:W3CDTF">2025-05-29T03:23:38Z</dcterms:created>
  <dcterms:modified xsi:type="dcterms:W3CDTF">2025-05-29T04:53:55Z</dcterms:modified>
</cp:coreProperties>
</file>
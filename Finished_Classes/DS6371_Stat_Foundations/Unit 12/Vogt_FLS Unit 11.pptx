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D2F38F-360E-4297-B3C7-0399B7FB5687}">
  <a:tblStyle styleId="{D2D2F38F-360E-4297-B3C7-0399B7FB56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8F0"/>
          </a:solidFill>
        </a:fill>
      </a:tcStyle>
    </a:wholeTbl>
    <a:band1H>
      <a:tcTxStyle/>
      <a:tcStyle>
        <a:fill>
          <a:solidFill>
            <a:srgbClr val="CCCEDF"/>
          </a:solidFill>
        </a:fill>
      </a:tcStyle>
    </a:band1H>
    <a:band2H>
      <a:tcTxStyle/>
    </a:band2H>
    <a:band1V>
      <a:tcTxStyle/>
      <a:tcStyle>
        <a:fill>
          <a:solidFill>
            <a:srgbClr val="CCCED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344CA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344CA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344CA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344CA1"/>
          </a:solidFill>
        </a:fill>
      </a:tcStyle>
    </a:firstRow>
    <a:neCell>
      <a:tcTxStyle/>
    </a:neCell>
    <a:nwCell>
      <a:tcTxStyle/>
    </a:nwCell>
  </a:tblStyle>
  <a:tblStyle styleId="{F9C578FA-2C02-454F-ABB5-7607D623E7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49083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49083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490838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490838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e4908384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e490838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e4908384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e4908384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e50e62c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e50e62c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e4908384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e4908384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4908384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490838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FLS Unit 11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Johnny Vogt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Quiz Questions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 vs. </a:t>
            </a:r>
            <a:r>
              <a:rPr lang="en"/>
              <a:t>Infant</a:t>
            </a:r>
            <a:r>
              <a:rPr lang="en"/>
              <a:t> Mortality Scatterplots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75" y="1017725"/>
            <a:ext cx="3496000" cy="276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0498" y="1017725"/>
            <a:ext cx="3852501" cy="304497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29425" y="4015300"/>
            <a:ext cx="73017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No Logs, Had a L shaped pattern, no linearity, no </a:t>
            </a:r>
            <a:r>
              <a:rPr lang="en" sz="1300">
                <a:solidFill>
                  <a:schemeClr val="dk2"/>
                </a:solidFill>
              </a:rPr>
              <a:t>homoscedasticity</a:t>
            </a:r>
            <a:r>
              <a:rPr lang="en" sz="1300">
                <a:solidFill>
                  <a:schemeClr val="dk2"/>
                </a:solidFill>
              </a:rPr>
              <a:t> and Outliers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Logging the X variables, seems to normalize the data alot more and makes the data alot more “linear”, although each subset of X do not seem to have the same variance. 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 vs. Infant Mortality (Just right)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38050" y="1120225"/>
            <a:ext cx="388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data seems to fit all the assumptions through a visual check. It’s linear, the data seems to be normal and that each subset of X has the same approximate variance. 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373" y="1171900"/>
            <a:ext cx="4191625" cy="331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Line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0" y="1093900"/>
            <a:ext cx="388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Looks like it meets all the assumptions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Looking at the US data,  it looks like the logged data at 11.08 GDP and 1.78 IF Rate is ABOVE the regression line.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Regression</a:t>
            </a:r>
            <a:r>
              <a:rPr lang="en"/>
              <a:t> Equation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log(InfantMort) = 8.257 -0.644log(GDP)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 Infant Mortality drops proportionally, at a 10% increase of GDP, the Infant Mortality has an associated decrease of 6.44%. </a:t>
            </a:r>
            <a:br>
              <a:rPr lang="en"/>
            </a:b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5824" y="1017725"/>
            <a:ext cx="4711884" cy="37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650" y="79900"/>
            <a:ext cx="60960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88" y="4094250"/>
            <a:ext cx="25812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 of Fit Test</a:t>
            </a:r>
            <a:endParaRPr/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432302" y="1017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{D2D2F38F-360E-4297-B3C7-0399B7FB5687}</a:tableStyleId>
              </a:tblPr>
              <a:tblGrid>
                <a:gridCol w="1967100"/>
                <a:gridCol w="710350"/>
                <a:gridCol w="601050"/>
                <a:gridCol w="874275"/>
                <a:gridCol w="819625"/>
                <a:gridCol w="764975"/>
              </a:tblGrid>
              <a:tr h="27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Source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df</a:t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SS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MS</a:t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F</a:t>
                      </a:r>
                      <a:endParaRPr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Pr</a:t>
                      </a:r>
                      <a:r>
                        <a:rPr lang="en" sz="1400"/>
                        <a:t> &gt; F</a:t>
                      </a:r>
                      <a:endParaRPr sz="1400"/>
                    </a:p>
                  </a:txBody>
                  <a:tcPr marT="34300" marB="34300" marR="68575" marL="6857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aseline="-25000"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</a:tr>
              <a:tr h="27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aseline="-25000" lang="en" sz="1700"/>
                        <a:t>13</a:t>
                      </a:r>
                      <a:endParaRPr baseline="-25000" sz="17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124.731</a:t>
                      </a:r>
                      <a:endParaRPr sz="13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575" marL="68575"/>
                </a:tc>
              </a:tr>
            </a:tbl>
          </a:graphicData>
        </a:graphic>
      </p:graphicFrame>
      <p:graphicFrame>
        <p:nvGraphicFramePr>
          <p:cNvPr id="92" name="Google Shape;92;p18"/>
          <p:cNvGraphicFramePr/>
          <p:nvPr/>
        </p:nvGraphicFramePr>
        <p:xfrm>
          <a:off x="583175" y="277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{F9C578FA-2C02-454F-ABB5-7607D623E798}</a:tableStyleId>
              </a:tblPr>
              <a:tblGrid>
                <a:gridCol w="1206500"/>
                <a:gridCol w="1320075"/>
                <a:gridCol w="1261500"/>
                <a:gridCol w="1037925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Pr&gt; 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26.5673441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26.5673441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3.2477062559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98.16409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8.18034083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124.7314341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I’m back home, and finally can study and spend time on everything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Manual ANOVA Table was a nice throwback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Was </a:t>
            </a:r>
            <a:r>
              <a:rPr lang="en"/>
              <a:t>definitely</a:t>
            </a:r>
            <a:r>
              <a:rPr lang="en"/>
              <a:t> confused by some of the slides having parts of the definition cut 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FINALLY LOGS, haha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
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17e40a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17e40a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1515a26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1515a26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1515a26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1515a26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1515a26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1515a26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1515a261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1515a261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1515a261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1515a261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FLS Unit 6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Johnny Vogt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Questions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A, we need at least the variance to be able to start determining if any averages </a:t>
            </a:r>
            <a:r>
              <a:rPr lang="en"/>
              <a:t>could possibly be equal to each 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C, I think so.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Heights in Different Sport - Box Plot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23" y="1017723"/>
            <a:ext cx="4916975" cy="37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Sport Height - ANOVA SAS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986150"/>
            <a:ext cx="5471100" cy="25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group roughly have a bell shaped distribution, displaying some normality.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group’s QQ Plot </a:t>
            </a:r>
            <a:r>
              <a:rPr lang="en"/>
              <a:t>follows</a:t>
            </a:r>
            <a:r>
              <a:rPr lang="en"/>
              <a:t> pretty closely to the line. Which shows the data trending towards normality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Althought the Group for Tennis has a very low sample size compare to the others.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Its very </a:t>
            </a:r>
            <a:r>
              <a:rPr lang="en"/>
              <a:t>likely</a:t>
            </a:r>
            <a:r>
              <a:rPr lang="en"/>
              <a:t> that each group were independent of each other, but we are not given that data. 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702" y="1152475"/>
            <a:ext cx="2924779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00" y="1152477"/>
            <a:ext cx="5854851" cy="7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9875" y="2522975"/>
            <a:ext cx="3064350" cy="22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Test WITHOUT BBALL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410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Creating two model, A reduced model and a full model. In the reduced model, we are testing if any of the means are different than the basketball mean and the Full model test if any of the other </a:t>
            </a:r>
            <a:r>
              <a:rPr lang="en"/>
              <a:t>sports</a:t>
            </a:r>
            <a:r>
              <a:rPr lang="en"/>
              <a:t> are different from each other. 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800" y="1537775"/>
            <a:ext cx="4240200" cy="7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6600" y="139475"/>
            <a:ext cx="36957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0900" y="2327725"/>
            <a:ext cx="2643100" cy="15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2623" y="2327723"/>
            <a:ext cx="1378275" cy="9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7593" y="3282425"/>
            <a:ext cx="2273301" cy="7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ANOVA comparing models with one where basketball is different from everyone and another where everything is the same</a:t>
            </a:r>
            <a:endParaRPr sz="1520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4260300" cy="27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 kept getting errors here, but I had realized that I used “fit” , but that model was comparing if ANY of the means were different, but I needed a model that would compare all the means were the same. I had looked up if I did it right, but it kept saying I was wrong, so I tried recreating “refit” which was me attempting to classify it all as “others” and making a model with that, but I kept getting errors. 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1950" y="1152475"/>
            <a:ext cx="4522049" cy="5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950" y="1728125"/>
            <a:ext cx="35909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2300" y="3898496"/>
            <a:ext cx="6001698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I’m definitely lost here, I thought I got it, than I didnt get it, but than I thought i was right but wasn’t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Are these not fundamentally the same thing?</a:t>
            </a:r>
            <a:endParaRPr/>
          </a:p>
          <a:p>
            <a:pPr indent="-279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1200">
                <a:solidFill>
                  <a:schemeClr val="dk1"/>
                </a:solidFill>
              </a:rPr>
              <a:t>H</a:t>
            </a:r>
            <a:r>
              <a:rPr baseline="-25000"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: Full Model: µ</a:t>
            </a:r>
            <a:r>
              <a:rPr baseline="-25000" lang="en" sz="1200">
                <a:solidFill>
                  <a:schemeClr val="dk1"/>
                </a:solidFill>
              </a:rPr>
              <a:t>B </a:t>
            </a:r>
            <a:r>
              <a:rPr lang="en" sz="1200">
                <a:solidFill>
                  <a:schemeClr val="dk1"/>
                </a:solidFill>
              </a:rPr>
              <a:t>  µ</a:t>
            </a:r>
            <a:r>
              <a:rPr baseline="-25000" lang="en" sz="1200">
                <a:solidFill>
                  <a:schemeClr val="dk1"/>
                </a:solidFill>
              </a:rPr>
              <a:t>F</a:t>
            </a:r>
            <a:r>
              <a:rPr lang="en" sz="1200">
                <a:solidFill>
                  <a:schemeClr val="dk1"/>
                </a:solidFill>
              </a:rPr>
              <a:t>    µ</a:t>
            </a:r>
            <a:r>
              <a:rPr baseline="-25000" lang="en" sz="1200">
                <a:solidFill>
                  <a:schemeClr val="dk1"/>
                </a:solidFill>
              </a:rPr>
              <a:t>Soc</a:t>
            </a:r>
            <a:r>
              <a:rPr lang="en" sz="1200">
                <a:solidFill>
                  <a:schemeClr val="dk1"/>
                </a:solidFill>
              </a:rPr>
              <a:t>   µ</a:t>
            </a:r>
            <a:r>
              <a:rPr baseline="-25000" lang="en" sz="1200">
                <a:solidFill>
                  <a:schemeClr val="dk1"/>
                </a:solidFill>
              </a:rPr>
              <a:t>Swim</a:t>
            </a:r>
            <a:r>
              <a:rPr lang="en" sz="1200">
                <a:solidFill>
                  <a:schemeClr val="dk1"/>
                </a:solidFill>
              </a:rPr>
              <a:t>  µ</a:t>
            </a:r>
            <a:r>
              <a:rPr baseline="-25000" lang="en" sz="1200">
                <a:solidFill>
                  <a:schemeClr val="dk1"/>
                </a:solidFill>
              </a:rPr>
              <a:t>T</a:t>
            </a:r>
            <a:endParaRPr sz="1200">
              <a:solidFill>
                <a:schemeClr val="dk1"/>
              </a:solidFill>
            </a:endParaRPr>
          </a:p>
          <a:p>
            <a:pPr indent="-279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1200">
                <a:solidFill>
                  <a:schemeClr val="dk1"/>
                </a:solidFill>
              </a:rPr>
              <a:t>H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: Reduced Model: µ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  µ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    µ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     µ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      µ</a:t>
            </a:r>
            <a:r>
              <a:rPr baseline="-25000" lang="en" sz="1200">
                <a:solidFill>
                  <a:schemeClr val="dk1"/>
                </a:solidFill>
              </a:rPr>
              <a:t>O</a:t>
            </a:r>
            <a:endParaRPr baseline="-25000" sz="1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know R^2 is very important, but I feel like the FLS didnt go over it much or maybe I was supposed to mention it in my conclusions.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was VERY busy week for me, I wish I had time to sit and really absorb this </a:t>
            </a:r>
            <a:r>
              <a:rPr lang="en"/>
              <a:t>content because this is probably the first week, where it seems that I’m not grasping it.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 not sure why were using models like lm, or even what exactly aov does.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-2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